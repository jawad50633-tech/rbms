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1240138"/>
            <a:ext cx="5089922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415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CYBERSECURITY</a:t>
            </a:r>
            <a:r>
              <a:rPr lang="en-US" sz="415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415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AWARENESS</a:t>
            </a:r>
            <a:r>
              <a:rPr lang="en-US" sz="415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415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FOR STUDENTS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428625" y="3354688"/>
            <a:ext cx="5089922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Staying Safe in the Digital World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927236"/>
            <a:ext cx="4688086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WHAT IS</a:t>
            </a: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CYBERSECURITY?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14375" y="2355986"/>
            <a:ext cx="4402336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Protecting our devices, accounts, and personal information from online dangers.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571500" y="3884749"/>
            <a:ext cx="468808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C4CC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HOME LOCK ANALOGY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4236579"/>
            <a:ext cx="4688086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Just like you lock your front door to keep your home safe, you use cybersecurity to keep your digital "home" safe.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6572250" y="785813"/>
            <a:ext cx="3286125" cy="3286125"/>
          </a:xfrm>
          <a:prstGeom prst="ellipse">
            <a:avLst/>
          </a:prstGeom>
          <a:solidFill>
            <a:srgbClr val="00C4CC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4484" y="1714500"/>
            <a:ext cx="1250156" cy="1428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927236"/>
            <a:ext cx="5357813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WHY IT</a:t>
            </a: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MATTERS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71525" y="2470286"/>
            <a:ext cx="233600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SOCIAL MEDIA SCAMS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771525" y="2807829"/>
            <a:ext cx="233600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Fake accounts trying to trick you into sharing personal info.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593306" y="2470286"/>
            <a:ext cx="233600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GAMING REWARDS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593306" y="2807829"/>
            <a:ext cx="233600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"Free" currency or items that steal your login credentials.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71525" y="3825087"/>
            <a:ext cx="233600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HACKED ACCOUNTS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1525" y="4162630"/>
            <a:ext cx="233600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Losing access to your photos, messages, and digital identity.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593306" y="3825087"/>
            <a:ext cx="2336006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ONLINE FRAUD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593306" y="4162630"/>
            <a:ext cx="2336006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Scammers trying to steal money or your identity.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2375" y="1571625"/>
            <a:ext cx="857250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784361"/>
            <a:ext cx="8572500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STRONG VS. WEAK</a:t>
            </a: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PASSWORDS</a:t>
            </a:r>
            <a:endParaRPr lang="en-US" sz="31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" y="2604567"/>
            <a:ext cx="200025" cy="2000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78706" y="2583135"/>
            <a:ext cx="685800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336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WEAK</a:t>
            </a:r>
            <a:endParaRPr lang="en-US" sz="1400" dirty="0"/>
          </a:p>
        </p:txBody>
      </p:sp>
      <p:sp>
        <p:nvSpPr>
          <p:cNvPr id="6" name="Shape 2"/>
          <p:cNvSpPr/>
          <p:nvPr/>
        </p:nvSpPr>
        <p:spPr>
          <a:xfrm>
            <a:off x="771525" y="2940323"/>
            <a:ext cx="3386138" cy="369689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7" name="Text 3"/>
          <p:cNvSpPr/>
          <p:nvPr/>
        </p:nvSpPr>
        <p:spPr>
          <a:xfrm>
            <a:off x="771525" y="2940323"/>
            <a:ext cx="3386138" cy="369689"/>
          </a:xfrm>
          <a:prstGeom prst="rect">
            <a:avLst/>
          </a:prstGeom>
          <a:noFill/>
          <a:ln/>
        </p:spPr>
        <p:txBody>
          <a:bodyPr wrap="square" lIns="127508" tIns="68072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123456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771525" y="3352874"/>
            <a:ext cx="3386138" cy="369689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9" name="Text 5"/>
          <p:cNvSpPr/>
          <p:nvPr/>
        </p:nvSpPr>
        <p:spPr>
          <a:xfrm>
            <a:off x="771525" y="3352874"/>
            <a:ext cx="3386138" cy="369689"/>
          </a:xfrm>
          <a:prstGeom prst="rect">
            <a:avLst/>
          </a:prstGeom>
          <a:noFill/>
          <a:ln/>
        </p:spPr>
        <p:txBody>
          <a:bodyPr wrap="square" lIns="127508" tIns="68072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password</a:t>
            </a:r>
            <a:endParaRPr lang="en-US" sz="1700" dirty="0"/>
          </a:p>
        </p:txBody>
      </p:sp>
      <p:sp>
        <p:nvSpPr>
          <p:cNvPr id="10" name="Shape 6"/>
          <p:cNvSpPr/>
          <p:nvPr/>
        </p:nvSpPr>
        <p:spPr>
          <a:xfrm>
            <a:off x="771525" y="3765426"/>
            <a:ext cx="3386138" cy="369689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1" name="Text 7"/>
          <p:cNvSpPr/>
          <p:nvPr/>
        </p:nvSpPr>
        <p:spPr>
          <a:xfrm>
            <a:off x="771525" y="3765426"/>
            <a:ext cx="3386138" cy="369689"/>
          </a:xfrm>
          <a:prstGeom prst="rect">
            <a:avLst/>
          </a:prstGeom>
          <a:noFill/>
          <a:ln/>
        </p:spPr>
        <p:txBody>
          <a:bodyPr wrap="square" lIns="127508" tIns="68072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ali_2008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71500" y="4320853"/>
            <a:ext cx="3786188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FF3366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Easy to guess or crack in seconds.</a:t>
            </a:r>
            <a:endParaRPr lang="en-US" sz="9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6338" y="2604567"/>
            <a:ext cx="200025" cy="200025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93519" y="2583135"/>
            <a:ext cx="892969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4CC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STRONG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986338" y="2940323"/>
            <a:ext cx="3386138" cy="369689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6" name="Text 11"/>
          <p:cNvSpPr/>
          <p:nvPr/>
        </p:nvSpPr>
        <p:spPr>
          <a:xfrm>
            <a:off x="4986338" y="2940323"/>
            <a:ext cx="3386138" cy="369689"/>
          </a:xfrm>
          <a:prstGeom prst="rect">
            <a:avLst/>
          </a:prstGeom>
          <a:noFill/>
          <a:ln/>
        </p:spPr>
        <p:txBody>
          <a:bodyPr wrap="square" lIns="127508" tIns="68072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Ali@2026Game</a:t>
            </a:r>
            <a:endParaRPr lang="en-US" sz="1700" dirty="0"/>
          </a:p>
        </p:txBody>
      </p:sp>
      <p:sp>
        <p:nvSpPr>
          <p:cNvPr id="17" name="Shape 12"/>
          <p:cNvSpPr/>
          <p:nvPr/>
        </p:nvSpPr>
        <p:spPr>
          <a:xfrm>
            <a:off x="4986338" y="3352874"/>
            <a:ext cx="3386138" cy="369689"/>
          </a:xfrm>
          <a:prstGeom prst="rect">
            <a:avLst/>
          </a:prstGeom>
          <a:solidFill>
            <a:srgbClr val="F0F0F0"/>
          </a:solidFill>
          <a:ln/>
        </p:spPr>
      </p:sp>
      <p:sp>
        <p:nvSpPr>
          <p:cNvPr id="18" name="Text 13"/>
          <p:cNvSpPr/>
          <p:nvPr/>
        </p:nvSpPr>
        <p:spPr>
          <a:xfrm>
            <a:off x="4986338" y="3352874"/>
            <a:ext cx="3386138" cy="369689"/>
          </a:xfrm>
          <a:prstGeom prst="rect">
            <a:avLst/>
          </a:prstGeom>
          <a:noFill/>
          <a:ln/>
        </p:spPr>
        <p:txBody>
          <a:bodyPr wrap="square" lIns="127508" tIns="68072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A1A1A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S3cur3!P@ss</a:t>
            </a:r>
            <a:endParaRPr lang="en-US" sz="17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313" y="4032591"/>
            <a:ext cx="128588" cy="12858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986338" y="3994026"/>
            <a:ext cx="136267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At least 12 characters</a:t>
            </a:r>
            <a:endParaRPr lang="en-US" sz="9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6313" y="4295459"/>
            <a:ext cx="128588" cy="1285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986338" y="4256894"/>
            <a:ext cx="1264444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Mix A, a, 1, and @#$</a:t>
            </a:r>
            <a:endParaRPr lang="en-US" sz="95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6313" y="4558326"/>
            <a:ext cx="128588" cy="12858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986338" y="4519761"/>
            <a:ext cx="1639491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1A1A1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Unique for every account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927236"/>
            <a:ext cx="5022949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PHISHING &amp;</a:t>
            </a: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ONLINE SCAMS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71525" y="2455999"/>
            <a:ext cx="4622899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33333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Fake messages or websites designed to steal your passwords, OTPs, or personal information.</a:t>
            </a:r>
            <a:endParaRPr lang="en-US" sz="12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3556136"/>
            <a:ext cx="171450" cy="20716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35856" y="3556136"/>
            <a:ext cx="4458593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Urgent Language:</a:t>
            </a:r>
            <a:r>
              <a:rPr lang="en-US" sz="1050" dirty="0">
                <a:solidFill>
                  <a:srgbClr val="1A1A1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"Act now or your account will be </a:t>
            </a:r>
            <a:r>
              <a:rPr lang="en-US" sz="1050" dirty="0">
                <a:solidFill>
                  <a:srgbClr val="1A1A1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deleted!"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4099061"/>
            <a:ext cx="214313" cy="207169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178719" y="4099061"/>
            <a:ext cx="441573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Suspicious Links:</a:t>
            </a:r>
            <a:r>
              <a:rPr lang="en-US" sz="1050" dirty="0">
                <a:solidFill>
                  <a:srgbClr val="1A1A1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Websites that look real but have weird </a:t>
            </a:r>
            <a:r>
              <a:rPr lang="en-US" sz="1050" dirty="0">
                <a:solidFill>
                  <a:srgbClr val="1A1A1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URLs.</a:t>
            </a:r>
            <a:endParaRPr lang="en-US" sz="10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4641986"/>
            <a:ext cx="171450" cy="207169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135856" y="4641986"/>
            <a:ext cx="4191595" cy="20002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Too Good to be True:</a:t>
            </a:r>
            <a:r>
              <a:rPr lang="en-US" sz="1050" dirty="0">
                <a:solidFill>
                  <a:srgbClr val="1A1A1A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 "You won a free iPhone! Click here."</a:t>
            </a:r>
            <a:endParaRPr lang="en-US" sz="10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18734" y="1785938"/>
            <a:ext cx="1446609" cy="13215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927236"/>
            <a:ext cx="3237012" cy="1414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SOCIAL</a:t>
            </a: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MEDIA</a:t>
            </a: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SAFETY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71525" y="3056074"/>
            <a:ext cx="2286000" cy="8358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THINK</a:t>
            </a:r>
            <a:r>
              <a:rPr lang="en-US" sz="16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16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BEFORE</a:t>
            </a:r>
            <a:r>
              <a:rPr lang="en-US" sz="16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16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YOU POST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094262" y="857250"/>
            <a:ext cx="428625" cy="428625"/>
          </a:xfrm>
          <a:prstGeom prst="rect">
            <a:avLst/>
          </a:prstGeom>
          <a:solidFill>
            <a:srgbClr val="00C4C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4629" y="964406"/>
            <a:ext cx="267891" cy="2143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5762" y="1042988"/>
            <a:ext cx="1810494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PRIVACY FIRST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665762" y="1380530"/>
            <a:ext cx="1810494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Keep profiles private. Don't share your address, school, or phone number publicly.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6762006" y="857250"/>
            <a:ext cx="428625" cy="428625"/>
          </a:xfrm>
          <a:prstGeom prst="rect">
            <a:avLst/>
          </a:prstGeom>
          <a:solidFill>
            <a:srgbClr val="00C4CC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373" y="964406"/>
            <a:ext cx="267891" cy="2143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333506" y="1042988"/>
            <a:ext cx="1810494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FRIEND REQUESTS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7333506" y="1380530"/>
            <a:ext cx="1810494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Only accept people you know in real life. Strangers aren't always who they say they are.</a:t>
            </a:r>
            <a:endParaRPr lang="en-US" sz="950" dirty="0"/>
          </a:p>
        </p:txBody>
      </p:sp>
      <p:sp>
        <p:nvSpPr>
          <p:cNvPr id="13" name="Shape 8"/>
          <p:cNvSpPr/>
          <p:nvPr/>
        </p:nvSpPr>
        <p:spPr>
          <a:xfrm>
            <a:off x="4094262" y="2443497"/>
            <a:ext cx="428625" cy="428625"/>
          </a:xfrm>
          <a:prstGeom prst="rect">
            <a:avLst/>
          </a:prstGeom>
          <a:solidFill>
            <a:srgbClr val="00C4CC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4629" y="2550654"/>
            <a:ext cx="267891" cy="214313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665762" y="2629235"/>
            <a:ext cx="1810494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DIGITAL FOOTPRINT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4665762" y="3175732"/>
            <a:ext cx="1810494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What you post stays online forever. Even "deleted" posts can be saved by others.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6762006" y="2443497"/>
            <a:ext cx="428625" cy="428625"/>
          </a:xfrm>
          <a:prstGeom prst="rect">
            <a:avLst/>
          </a:prstGeom>
          <a:solidFill>
            <a:srgbClr val="00C4CC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95951" y="2550654"/>
            <a:ext cx="160734" cy="214313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333506" y="2629235"/>
            <a:ext cx="1810494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LOCATION SHARING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7333506" y="3175732"/>
            <a:ext cx="1810494" cy="5400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Turn off location services for apps. Don't tag your exact location in real-time.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927236"/>
            <a:ext cx="5022949" cy="4714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CYBERBULLYING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742950" y="1898786"/>
            <a:ext cx="210428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336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BLOCK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42950" y="2184536"/>
            <a:ext cx="210428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Stop the person from contacting you immediately.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3318718" y="1898786"/>
            <a:ext cx="210428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336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REPORT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3318718" y="2184536"/>
            <a:ext cx="2104281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Use the app's tools to flag hurtful comments or accounts.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742950" y="3130358"/>
            <a:ext cx="4680049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3366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INFORM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42950" y="3416108"/>
            <a:ext cx="4680049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Tell a trusted adult, parent, or teacher about what's happening.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571500" y="3853300"/>
            <a:ext cx="5022949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33333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Be kind online and support those being targeted.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86500" y="857250"/>
            <a:ext cx="3429000" cy="3429000"/>
          </a:xfrm>
          <a:prstGeom prst="ellipse">
            <a:avLst/>
          </a:prstGeom>
          <a:solidFill>
            <a:srgbClr val="FF336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3383" y="1928813"/>
            <a:ext cx="1446609" cy="12858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927236"/>
            <a:ext cx="3237012" cy="14144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ONLINE</a:t>
            </a: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GAMING</a:t>
            </a: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RISKS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842963" y="3213236"/>
            <a:ext cx="2694087" cy="6268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PLAY SAFE, STAY SECURE: YOUR ACCOUNT IS YOUR DIGITAL IDENTITY.</a:t>
            </a:r>
            <a:endParaRPr lang="en-US" sz="1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4262" y="857250"/>
            <a:ext cx="285750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094262" y="1407319"/>
            <a:ext cx="2096244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FAKE GENERATORS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094262" y="1712714"/>
            <a:ext cx="2096244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Beware of sites promising "Free UC" or "Free Diamonds"—they are usually phishing scams.</a:t>
            </a:r>
            <a:endParaRPr lang="en-US" sz="8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256" y="857250"/>
            <a:ext cx="285750" cy="285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476256" y="1407319"/>
            <a:ext cx="2096244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VOICE CHAT</a:t>
            </a:r>
            <a:endParaRPr lang="en-US" sz="1100" dirty="0"/>
          </a:p>
        </p:txBody>
      </p:sp>
      <p:sp>
        <p:nvSpPr>
          <p:cNvPr id="10" name="Text 5"/>
          <p:cNvSpPr/>
          <p:nvPr/>
        </p:nvSpPr>
        <p:spPr>
          <a:xfrm>
            <a:off x="6476256" y="1712714"/>
            <a:ext cx="2096244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Be careful talking to strangers; never share your real name, location, or school.</a:t>
            </a:r>
            <a:endParaRPr lang="en-US" sz="8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4262" y="2592791"/>
            <a:ext cx="285750" cy="2857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094262" y="3142859"/>
            <a:ext cx="2096244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ACCOUNT TRADING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4094262" y="3448255"/>
            <a:ext cx="2096244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Buying or selling accounts is against most rules and often leads to getting scammed.</a:t>
            </a:r>
            <a:endParaRPr lang="en-US" sz="8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6256" y="2592791"/>
            <a:ext cx="285750" cy="28575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476256" y="3142859"/>
            <a:ext cx="2096244" cy="191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USE 2FA</a:t>
            </a:r>
            <a:endParaRPr lang="en-US" sz="1100" dirty="0"/>
          </a:p>
        </p:txBody>
      </p:sp>
      <p:sp>
        <p:nvSpPr>
          <p:cNvPr id="16" name="Text 9"/>
          <p:cNvSpPr/>
          <p:nvPr/>
        </p:nvSpPr>
        <p:spPr>
          <a:xfrm>
            <a:off x="6476256" y="3448255"/>
            <a:ext cx="2096244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33333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Always enable Two-Factor Authentication on your gaming accounts for extra protection.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927236"/>
            <a:ext cx="2913311" cy="1885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 GOLDEN</a:t>
            </a: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CYBER</a:t>
            </a: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SAFETY</a:t>
            </a: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RULES</a:t>
            </a:r>
            <a:endParaRPr lang="en-US" sz="3100" dirty="0"/>
          </a:p>
        </p:txBody>
      </p:sp>
      <p:sp>
        <p:nvSpPr>
          <p:cNvPr id="4" name="Shape 1"/>
          <p:cNvSpPr/>
          <p:nvPr/>
        </p:nvSpPr>
        <p:spPr>
          <a:xfrm>
            <a:off x="3770561" y="285750"/>
            <a:ext cx="5373439" cy="3971925"/>
          </a:xfrm>
          <a:prstGeom prst="rect">
            <a:avLst/>
          </a:prstGeom>
          <a:solidFill>
            <a:srgbClr val="F9F9F9"/>
          </a:solidFill>
          <a:ln w="54864">
            <a:solidFill>
              <a:srgbClr val="1A1A1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984873" y="428625"/>
            <a:ext cx="428625" cy="428625"/>
          </a:xfrm>
          <a:prstGeom prst="ellipse">
            <a:avLst/>
          </a:prstGeom>
          <a:solidFill>
            <a:srgbClr val="FF3366"/>
          </a:solidFill>
          <a:ln/>
        </p:spPr>
      </p:sp>
      <p:sp>
        <p:nvSpPr>
          <p:cNvPr id="6" name="Text 3"/>
          <p:cNvSpPr/>
          <p:nvPr/>
        </p:nvSpPr>
        <p:spPr>
          <a:xfrm>
            <a:off x="3984873" y="428625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1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6373" y="542925"/>
            <a:ext cx="285750" cy="20002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970711" y="538460"/>
            <a:ext cx="2311003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THINK BEFORE CLICKING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3984873" y="1000125"/>
            <a:ext cx="428625" cy="428625"/>
          </a:xfrm>
          <a:prstGeom prst="ellipse">
            <a:avLst/>
          </a:prstGeom>
          <a:solidFill>
            <a:srgbClr val="FF3366"/>
          </a:solidFill>
          <a:ln/>
        </p:spPr>
      </p:sp>
      <p:sp>
        <p:nvSpPr>
          <p:cNvPr id="10" name="Text 6"/>
          <p:cNvSpPr/>
          <p:nvPr/>
        </p:nvSpPr>
        <p:spPr>
          <a:xfrm>
            <a:off x="3984873" y="1000125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2</a:t>
            </a:r>
            <a:endParaRPr lang="en-US" sz="1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373" y="1114425"/>
            <a:ext cx="285750" cy="20002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970711" y="1109960"/>
            <a:ext cx="257710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NEVER SHARE PASSWORDS</a:t>
            </a:r>
            <a:endParaRPr lang="en-US" sz="1200" dirty="0"/>
          </a:p>
        </p:txBody>
      </p:sp>
      <p:sp>
        <p:nvSpPr>
          <p:cNvPr id="13" name="Shape 8"/>
          <p:cNvSpPr/>
          <p:nvPr/>
        </p:nvSpPr>
        <p:spPr>
          <a:xfrm>
            <a:off x="3984873" y="1571625"/>
            <a:ext cx="428625" cy="428625"/>
          </a:xfrm>
          <a:prstGeom prst="ellipse">
            <a:avLst/>
          </a:prstGeom>
          <a:solidFill>
            <a:srgbClr val="FF3366"/>
          </a:solidFill>
          <a:ln/>
        </p:spPr>
      </p:sp>
      <p:sp>
        <p:nvSpPr>
          <p:cNvPr id="14" name="Text 9"/>
          <p:cNvSpPr/>
          <p:nvPr/>
        </p:nvSpPr>
        <p:spPr>
          <a:xfrm>
            <a:off x="3984873" y="1571625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3</a:t>
            </a:r>
            <a:endParaRPr lang="en-US" sz="16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6373" y="1685925"/>
            <a:ext cx="285750" cy="20002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970711" y="1681460"/>
            <a:ext cx="244494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USE STRONG PASSWORDS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3984873" y="2143125"/>
            <a:ext cx="428625" cy="428625"/>
          </a:xfrm>
          <a:prstGeom prst="ellipse">
            <a:avLst/>
          </a:prstGeom>
          <a:solidFill>
            <a:srgbClr val="FF3366"/>
          </a:solidFill>
          <a:ln/>
        </p:spPr>
      </p:sp>
      <p:sp>
        <p:nvSpPr>
          <p:cNvPr id="18" name="Text 12"/>
          <p:cNvSpPr/>
          <p:nvPr/>
        </p:nvSpPr>
        <p:spPr>
          <a:xfrm>
            <a:off x="3984873" y="2143125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4</a:t>
            </a:r>
            <a:endParaRPr lang="en-US" sz="16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6373" y="2257425"/>
            <a:ext cx="285750" cy="200025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970711" y="2252960"/>
            <a:ext cx="2400300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DON'T TRUST STRANGERS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3984873" y="2714625"/>
            <a:ext cx="428625" cy="428625"/>
          </a:xfrm>
          <a:prstGeom prst="ellipse">
            <a:avLst/>
          </a:prstGeom>
          <a:solidFill>
            <a:srgbClr val="FF3366"/>
          </a:solidFill>
          <a:ln/>
        </p:spPr>
      </p:sp>
      <p:sp>
        <p:nvSpPr>
          <p:cNvPr id="22" name="Text 15"/>
          <p:cNvSpPr/>
          <p:nvPr/>
        </p:nvSpPr>
        <p:spPr>
          <a:xfrm>
            <a:off x="3984873" y="2714625"/>
            <a:ext cx="428625" cy="42862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5</a:t>
            </a:r>
            <a:endParaRPr lang="en-US" sz="16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6373" y="2828925"/>
            <a:ext cx="285750" cy="200025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4970711" y="2824460"/>
            <a:ext cx="2625328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ASK ADULTS WHEN UNSURE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927236"/>
            <a:ext cx="3823692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CAREERS IN</a:t>
            </a: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CYBERSECURITY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842963" y="2770324"/>
            <a:ext cx="2857500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4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ONE OF THE</a:t>
            </a:r>
            <a:r>
              <a:rPr lang="en-US" sz="14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14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FASTEST-GROWING</a:t>
            </a:r>
            <a:r>
              <a:rPr lang="en-US" sz="14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14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CAREERS IN</a:t>
            </a:r>
            <a:r>
              <a:rPr lang="en-US" sz="14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14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THE WORLD.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4966692" y="877788"/>
            <a:ext cx="500063" cy="500063"/>
          </a:xfrm>
          <a:prstGeom prst="ellipse">
            <a:avLst/>
          </a:prstGeom>
          <a:solidFill>
            <a:srgbClr val="00C4CC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2962" y="1020663"/>
            <a:ext cx="187523" cy="2143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645348" y="1014413"/>
            <a:ext cx="175736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ETHICAL HACKER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4966692" y="1726109"/>
            <a:ext cx="500063" cy="500063"/>
          </a:xfrm>
          <a:prstGeom prst="ellipse">
            <a:avLst/>
          </a:prstGeom>
          <a:solidFill>
            <a:srgbClr val="00C4CC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567" y="1868984"/>
            <a:ext cx="214313" cy="2143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645348" y="1862733"/>
            <a:ext cx="2630686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CYBERSECURITY ANALYST</a:t>
            </a:r>
            <a:endParaRPr lang="en-US" sz="1300" dirty="0"/>
          </a:p>
        </p:txBody>
      </p:sp>
      <p:sp>
        <p:nvSpPr>
          <p:cNvPr id="11" name="Shape 6"/>
          <p:cNvSpPr/>
          <p:nvPr/>
        </p:nvSpPr>
        <p:spPr>
          <a:xfrm>
            <a:off x="4966692" y="2574429"/>
            <a:ext cx="500063" cy="500063"/>
          </a:xfrm>
          <a:prstGeom prst="ellipse">
            <a:avLst/>
          </a:prstGeom>
          <a:solidFill>
            <a:srgbClr val="00C4CC"/>
          </a:solidFill>
          <a:ln/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9567" y="2717304"/>
            <a:ext cx="214313" cy="2143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645348" y="2711053"/>
            <a:ext cx="2825353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DIGITAL FORENSICS EXPERT</a:t>
            </a:r>
            <a:endParaRPr lang="en-US" sz="1300" dirty="0"/>
          </a:p>
        </p:txBody>
      </p:sp>
      <p:sp>
        <p:nvSpPr>
          <p:cNvPr id="14" name="Shape 8"/>
          <p:cNvSpPr/>
          <p:nvPr/>
        </p:nvSpPr>
        <p:spPr>
          <a:xfrm>
            <a:off x="4966692" y="3422749"/>
            <a:ext cx="500063" cy="500063"/>
          </a:xfrm>
          <a:prstGeom prst="ellipse">
            <a:avLst/>
          </a:prstGeom>
          <a:solidFill>
            <a:srgbClr val="00C4CC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82778" y="3565624"/>
            <a:ext cx="267891" cy="21431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645348" y="3559373"/>
            <a:ext cx="2055614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SECURITY ENGINEER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927236"/>
            <a:ext cx="3237012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INTERACTIVE</a:t>
            </a: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31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QUIZ</a:t>
            </a:r>
            <a:endParaRPr lang="en-US" sz="3100" dirty="0"/>
          </a:p>
        </p:txBody>
      </p:sp>
      <p:sp>
        <p:nvSpPr>
          <p:cNvPr id="4" name="Text 1"/>
          <p:cNvSpPr/>
          <p:nvPr/>
        </p:nvSpPr>
        <p:spPr>
          <a:xfrm>
            <a:off x="842963" y="2798899"/>
            <a:ext cx="2500313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TEST YOUR</a:t>
            </a:r>
            <a:r>
              <a:rPr lang="en-US" sz="16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16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KNOWLEDGE!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4380012" y="828675"/>
            <a:ext cx="428625" cy="428625"/>
          </a:xfrm>
          <a:prstGeom prst="ellipse">
            <a:avLst/>
          </a:prstGeom>
          <a:solidFill>
            <a:srgbClr val="FF3366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459" y="935831"/>
            <a:ext cx="135731" cy="21431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987230" y="1035844"/>
            <a:ext cx="3561159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SHOULD YOU EVER SHARE YOUR OTP?</a:t>
            </a:r>
            <a:endParaRPr lang="en-US" sz="12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7230" y="1412677"/>
            <a:ext cx="142875" cy="14287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130105" y="1400175"/>
            <a:ext cx="232171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C4CC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NO! Never share it with anyone.</a:t>
            </a:r>
            <a:endParaRPr lang="en-US" sz="1050" dirty="0"/>
          </a:p>
        </p:txBody>
      </p:sp>
      <p:sp>
        <p:nvSpPr>
          <p:cNvPr id="10" name="Shape 5"/>
          <p:cNvSpPr/>
          <p:nvPr/>
        </p:nvSpPr>
        <p:spPr>
          <a:xfrm>
            <a:off x="4380012" y="2016323"/>
            <a:ext cx="428625" cy="428625"/>
          </a:xfrm>
          <a:prstGeom prst="ellipse">
            <a:avLst/>
          </a:prstGeom>
          <a:solidFill>
            <a:srgbClr val="FF3366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6459" y="2123480"/>
            <a:ext cx="135731" cy="21431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987230" y="2223492"/>
            <a:ext cx="3277195" cy="208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IS "123456" A STRONG PASSWORD?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7230" y="2600325"/>
            <a:ext cx="142875" cy="142875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130105" y="2587823"/>
            <a:ext cx="2814638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C4CC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NO! It's one of the weakest passwords.</a:t>
            </a:r>
            <a:endParaRPr lang="en-US" sz="1050" dirty="0"/>
          </a:p>
        </p:txBody>
      </p:sp>
      <p:sp>
        <p:nvSpPr>
          <p:cNvPr id="15" name="Shape 8"/>
          <p:cNvSpPr/>
          <p:nvPr/>
        </p:nvSpPr>
        <p:spPr>
          <a:xfrm>
            <a:off x="4380012" y="3203972"/>
            <a:ext cx="428625" cy="428625"/>
          </a:xfrm>
          <a:prstGeom prst="ellipse">
            <a:avLst/>
          </a:prstGeom>
          <a:solidFill>
            <a:srgbClr val="FF3366"/>
          </a:solidFill>
          <a:ln/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459" y="3311128"/>
            <a:ext cx="135731" cy="214313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4987230" y="3411141"/>
            <a:ext cx="4156770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WHAT IF A STRANGER ASKS FOR YOUR ADDRESS?</a:t>
            </a:r>
            <a:endParaRPr lang="en-US" sz="12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7230" y="3996928"/>
            <a:ext cx="142875" cy="142875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130105" y="3984427"/>
            <a:ext cx="2721769" cy="17323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00C4CC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BLOCK them and tell a trusted adult!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335881"/>
            <a:ext cx="428625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52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THANK</a:t>
            </a:r>
            <a:r>
              <a:rPr lang="en-US" sz="52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
</a:t>
            </a:r>
            <a:r>
              <a:rPr lang="en-US" sz="52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YOU!</a:t>
            </a:r>
            <a:endParaRPr lang="en-US" sz="5200" dirty="0"/>
          </a:p>
        </p:txBody>
      </p:sp>
      <p:sp>
        <p:nvSpPr>
          <p:cNvPr id="4" name="Text 1"/>
          <p:cNvSpPr/>
          <p:nvPr/>
        </p:nvSpPr>
        <p:spPr>
          <a:xfrm>
            <a:off x="571500" y="2993231"/>
            <a:ext cx="4286250" cy="278606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333333"/>
                </a:solidFill>
                <a:latin typeface="Montserrat Medium" pitchFamily="34" charset="0"/>
                <a:ea typeface="Montserrat Medium" pitchFamily="34" charset="-122"/>
                <a:cs typeface="Montserrat Medium" pitchFamily="34" charset="-120"/>
              </a:rPr>
              <a:t>Stay Smart • Stay Safe • Stay Secure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771525" y="3929063"/>
            <a:ext cx="3000375" cy="4179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Montserrat Black" pitchFamily="34" charset="0"/>
                <a:ea typeface="Montserrat Black" pitchFamily="34" charset="-122"/>
                <a:cs typeface="Montserrat Black" pitchFamily="34" charset="-120"/>
              </a:rPr>
              <a:t>CHALLENGE: GO UPDATE ONE WEAK PASSWORD TODAY!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2026-05-18T09:42:29Z</dcterms:created>
  <dcterms:modified xsi:type="dcterms:W3CDTF">2026-05-18T09:42:29Z</dcterms:modified>
</cp:coreProperties>
</file>