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D94F5C">
              <a:alpha val="15000"/>
            </a:srgbClr>
          </a:solidFill>
          <a:ln w="12700">
            <a:solidFill>
              <a:srgbClr val="D94F5C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F0A800">
              <a:alpha val="15000"/>
            </a:srgbClr>
          </a:solidFill>
          <a:ln w="12700">
            <a:solidFill>
              <a:srgbClr val="F0A800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0" y="365760"/>
            <a:ext cx="512064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109728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TriFizz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45720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FLAVORS. 1 SPARKLING EXPERIENCE.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108960"/>
            <a:ext cx="960120" cy="164592"/>
          </a:xfrm>
          <a:prstGeom prst="rect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08760" y="3108960"/>
            <a:ext cx="960120" cy="164592"/>
          </a:xfrm>
          <a:prstGeom prst="rect">
            <a:avLst/>
          </a:prstGeom>
          <a:solidFill>
            <a:srgbClr val="D6622A"/>
          </a:solidFill>
          <a:ln w="12700">
            <a:solidFill>
              <a:srgbClr val="D6622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60320" y="3108960"/>
            <a:ext cx="960120" cy="16459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429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HashFizz Guava  </a:t>
            </a:r>
            <a:pPr indent="0" marL="0">
              <a:buNone/>
            </a:pPr>
            <a:r>
              <a:rPr lang="en-US" sz="1000" b="1" dirty="0">
                <a:solidFill>
                  <a:srgbClr val="D6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ShuFizz Peach  </a:t>
            </a:r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MFizz Mango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sparkling fruit drink redefining refreshment.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4952" y="0"/>
            <a:ext cx="3044952" cy="109728"/>
          </a:xfrm>
          <a:prstGeom prst="rect">
            <a:avLst/>
          </a:prstGeom>
          <a:solidFill>
            <a:srgbClr val="D6622A"/>
          </a:solidFill>
          <a:ln w="12700">
            <a:solidFill>
              <a:srgbClr val="D662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9904" y="0"/>
            <a:ext cx="3054096" cy="109728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One Brand.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Three Worlds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of Flavour.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BBB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TriFizz is a bold new sparkling beverage brand built around the idea that one refreshing moment can hold three extraordinary flavour experiences — each vibrant, effervescent, and unmistakably its own.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640080"/>
            <a:ext cx="4389120" cy="109728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640080"/>
            <a:ext cx="64008" cy="1097280"/>
          </a:xfrm>
          <a:prstGeom prst="rect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731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4F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Fruit-Forward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1097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tropical fruit flavours at the heart of every can.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2011680"/>
            <a:ext cx="4389120" cy="109728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2011680"/>
            <a:ext cx="64008" cy="1097280"/>
          </a:xfrm>
          <a:prstGeom prst="rect">
            <a:avLst/>
          </a:prstGeom>
          <a:solidFill>
            <a:srgbClr val="D6622A"/>
          </a:solidFill>
          <a:ln w="12700">
            <a:solidFill>
              <a:srgbClr val="D662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Sparkling &amp; Bold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3440" y="24688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Perfectly carbonated for a lively, fizzy experience.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3383280"/>
            <a:ext cx="4389120" cy="109728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0" y="3383280"/>
            <a:ext cx="64008" cy="1097280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474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in One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63440" y="38404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family of flavours united under one iconic brand.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235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029200" cy="6858000"/>
          </a:xfrm>
          <a:prstGeom prst="ellipse">
            <a:avLst/>
          </a:prstGeom>
          <a:solidFill>
            <a:srgbClr val="A82040">
              <a:alpha val="70000"/>
            </a:srgbClr>
          </a:solidFill>
          <a:ln w="12700">
            <a:solidFill>
              <a:srgbClr val="A82040">
                <a:alpha val="7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C23555">
              <a:alpha val="60000"/>
            </a:srgbClr>
          </a:solidFill>
          <a:ln w="12700">
            <a:solidFill>
              <a:srgbClr val="C23555">
                <a:alpha val="6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80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4754880" y="548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HASHFIZZ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0" y="91440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GUAVA</a:t>
            </a:r>
            <a:endParaRPr lang="en-US" sz="7200" dirty="0"/>
          </a:p>
        </p:txBody>
      </p:sp>
      <p:sp>
        <p:nvSpPr>
          <p:cNvPr id="8" name="Shape 5"/>
          <p:cNvSpPr/>
          <p:nvPr/>
        </p:nvSpPr>
        <p:spPr>
          <a:xfrm>
            <a:off x="4663440" y="2240280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22402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89320" y="2240280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402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Fruity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15200" y="2240280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0" y="22402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63440" y="274320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FFE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HashFizz Guava bursts onto the scene with the bold, tropical intensity of ripe guava fruit. Every sip is an explosion of vibrant colour and refreshing fizz — the perfect pick for those who live life boldly.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663440" y="4526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FLAVOURS. 1 SPARKLE EXPERIENCE.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66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7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D6622A">
              <a:alpha val="90000"/>
            </a:srgbClr>
          </a:solidFill>
          <a:ln w="12700">
            <a:solidFill>
              <a:srgbClr val="D6622A">
                <a:alpha val="9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0" y="365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SHUFIZZ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54880" y="77724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PEACH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4846320" y="2057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E0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Smooth · Sweet · Sparkling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ShuFizz Peach captures the smooth sweetness of sun-ripened peaches in every sparkling sip. Delicate yet vibrant, it's the flavour that feels like summer — anytime, anywhere.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0" y="342900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32120" y="38862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812280" y="342900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1228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83680" y="38862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Sparkling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863840" y="342900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635240" y="38862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A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7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846320" y="365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MFIZZ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0" y="77724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MANGO</a:t>
            </a:r>
            <a:endParaRPr lang="en-US" sz="6800" dirty="0"/>
          </a:p>
        </p:txBody>
      </p:sp>
      <p:sp>
        <p:nvSpPr>
          <p:cNvPr id="6" name="Text 3"/>
          <p:cNvSpPr/>
          <p:nvPr/>
        </p:nvSpPr>
        <p:spPr>
          <a:xfrm>
            <a:off x="4754880" y="2057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Tropical · Juicy · Invigorating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C08000">
              <a:alpha val="75000"/>
            </a:srgbClr>
          </a:solidFill>
          <a:ln w="12700">
            <a:solidFill>
              <a:srgbClr val="C08000">
                <a:alpha val="7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2918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MFizz Mango unleashes the luscious, sun-drenched flavour of tropical mangoes in a sparkling rush. Invigorating and unapologetically bold, it's your go-to for a tropical escape in every can.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0" y="338328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32120" y="38404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Tropical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812280" y="338328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1228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83680" y="38404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Juicy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863840" y="338328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635240" y="38404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Invigorating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73152"/>
          </a:xfrm>
          <a:prstGeom prst="rect">
            <a:avLst/>
          </a:prstGeom>
          <a:solidFill>
            <a:srgbClr val="D6622A"/>
          </a:solidFill>
          <a:ln w="12700">
            <a:solidFill>
              <a:srgbClr val="D66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89904" y="0"/>
            <a:ext cx="3054096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RANGE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 Flavours. 1 Sparkling Experience.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188720"/>
            <a:ext cx="640080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0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TRIFIZZ?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Bold Flavours. Real Refreshment. Zero Compromise.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141732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64008" cy="1417320"/>
          </a:xfrm>
          <a:prstGeom prst="rect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727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  Tropical Real-Fruit Flavours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Inspired by Africa's most beloved fruits — guava, peach, and mango — TriFizz brings nature's best in every can.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4114800" cy="141732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463040"/>
            <a:ext cx="64008" cy="1417320"/>
          </a:xfrm>
          <a:prstGeom prst="rect">
            <a:avLst/>
          </a:prstGeom>
          <a:solidFill>
            <a:srgbClr val="D6622A"/>
          </a:solidFill>
          <a:ln w="12700">
            <a:solidFill>
              <a:srgbClr val="D66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727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Premium Carbonation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Crafted for the perfect fizz level — enough sparkle to refresh, smooth enough to enjoy every drop.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4114800" cy="141732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08960"/>
            <a:ext cx="64008" cy="1417320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186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Vibrant Brand Identity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distinct colours, three distinct personalities — one unmistakable family of flavour.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108960"/>
            <a:ext cx="4114800" cy="141732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108960"/>
            <a:ext cx="64008" cy="1417320"/>
          </a:xfrm>
          <a:prstGeom prst="rect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2186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🧊  Best Served Cold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6118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to be enjoyed chilled, on the go, or as the star of any social occasion.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622A"/>
          </a:solidFill>
          <a:ln w="12700">
            <a:solidFill>
              <a:srgbClr val="D6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6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Sparkling Drinks Market Is Booming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201168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54864"/>
          </a:xfrm>
          <a:prstGeom prst="rect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4F5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$32B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sparkling water &amp; drinks market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2027 value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51760" cy="201168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417320"/>
            <a:ext cx="2651760" cy="54864"/>
          </a:xfrm>
          <a:prstGeom prst="rect">
            <a:avLst/>
          </a:prstGeom>
          <a:solidFill>
            <a:srgbClr val="D6622A"/>
          </a:solidFill>
          <a:ln w="12700">
            <a:solidFill>
              <a:srgbClr val="D66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5544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6622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8.3%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growth rate (CAGR)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Fastest in beverage category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651760" cy="201168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417320"/>
            <a:ext cx="2651760" cy="54864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5544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A8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#1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355080" y="2377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trend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Fruit-flavoured sparkling drinks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TriFizz is perfectly positioned to capture the growing appetite for fruit-forward, sparkling drinks — especially among young, taste-driven consumers across Africa and beyond.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9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Who Loves TriFizz?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02920" cy="502920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508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Z &amp; Millennials (16–35)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9202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Trend-driven, socially active consumers seeking exciting new flavours and shareable experiences.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41148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691640"/>
            <a:ext cx="502920" cy="502920"/>
          </a:xfrm>
          <a:prstGeom prst="ellipse">
            <a:avLst/>
          </a:prstGeom>
          <a:solidFill>
            <a:srgbClr val="D6622A"/>
          </a:solidFill>
          <a:ln w="12700">
            <a:solidFill>
              <a:srgbClr val="D66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23560" y="1508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Consumers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23560" y="19202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 dwellers who value premium, refreshing beverages that keep pace with their lifestyle.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148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383280"/>
            <a:ext cx="502920" cy="502920"/>
          </a:xfrm>
          <a:prstGeom prst="ellipse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🎉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Occasion Drinkers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6118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Those who want a vibrant, non-alcoholic alternative at parties, events, and everyday moments.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108960"/>
            <a:ext cx="4114800" cy="146304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3480" y="3383280"/>
            <a:ext cx="502920" cy="502920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🏃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2356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&amp; Health-Conscious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36118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Individuals choosing fruit-flavoured sparkling drinks as a refreshing, mood-lifting choice.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143500"/>
          </a:xfrm>
          <a:prstGeom prst="rect">
            <a:avLst/>
          </a:prstGeom>
          <a:solidFill>
            <a:srgbClr val="D94F5C">
              <a:alpha val="12000"/>
            </a:srgbClr>
          </a:solidFill>
          <a:ln w="12700">
            <a:solidFill>
              <a:srgbClr val="D94F5C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5143500"/>
          </a:xfrm>
          <a:prstGeom prst="rect">
            <a:avLst/>
          </a:prstGeom>
          <a:solidFill>
            <a:srgbClr val="D6622A">
              <a:alpha val="12000"/>
            </a:srgbClr>
          </a:solidFill>
          <a:ln w="12700">
            <a:solidFill>
              <a:srgbClr val="D6622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89904" y="0"/>
            <a:ext cx="3054096" cy="5143500"/>
          </a:xfrm>
          <a:prstGeom prst="rect">
            <a:avLst/>
          </a:prstGeom>
          <a:solidFill>
            <a:srgbClr val="F0A800">
              <a:alpha val="12000"/>
            </a:srgbClr>
          </a:solidFill>
          <a:ln w="12700">
            <a:solidFill>
              <a:srgbClr val="F0A800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CONCEPT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"Pick Your Fizz"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campaign built around self-expression and flavour identity.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265176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0574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Social Media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24231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"Which TriFizz are you?" personality quizzes and flavour-filter stories driving UGC and virality.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1965960"/>
            <a:ext cx="265176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4136" y="20574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Influencer Seeding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74136" y="24231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Partnering with lifestyle and food creators to showcase all three flavours across platforms.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08776" y="1965960"/>
            <a:ext cx="265176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20574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🎪 Sampling Events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18504" y="24231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Pop-up activations in malls, concerts and campuses — letting consumers taste all 3 in one session.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29000"/>
            <a:ext cx="265176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5204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 OOH &amp; Digital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38862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Bold, colour-coded creative driving flavour recognition in high-traffic areas and digital channels.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64408" y="3429000"/>
            <a:ext cx="265176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74136" y="35204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Retail Display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74136" y="38862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Vibrant tri-colour shelf displays and point-of-sale material that make the range unmissable in-store.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08776" y="3429000"/>
            <a:ext cx="265176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504" y="35204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Limited Editions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18504" y="38862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Seasonal or limited-edition can designs to maintain freshness and collectability.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D94F5C">
              <a:alpha val="25000"/>
            </a:srgbClr>
          </a:solidFill>
          <a:ln w="12700">
            <a:solidFill>
              <a:srgbClr val="D94F5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2743200"/>
            <a:ext cx="4572000" cy="4572000"/>
          </a:xfrm>
          <a:prstGeom prst="ellipse">
            <a:avLst/>
          </a:prstGeom>
          <a:solidFill>
            <a:srgbClr val="D6622A">
              <a:alpha val="20000"/>
            </a:srgbClr>
          </a:solidFill>
          <a:ln w="12700">
            <a:solidFill>
              <a:srgbClr val="D6622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F0A800">
              <a:alpha val="20000"/>
            </a:srgbClr>
          </a:solidFill>
          <a:ln w="12700">
            <a:solidFill>
              <a:srgbClr val="F0A800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0" y="182880"/>
            <a:ext cx="4572000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43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TriFizz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457200" y="3703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FLAVORS. 1 SPARKLING EXPERIENCE.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566160" y="4251960"/>
            <a:ext cx="164592" cy="164592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0" y="4251960"/>
            <a:ext cx="164592" cy="164592"/>
          </a:xfrm>
          <a:prstGeom prst="ellipse">
            <a:avLst/>
          </a:prstGeom>
          <a:solidFill>
            <a:srgbClr val="D6622A"/>
          </a:solidFill>
          <a:ln w="12700">
            <a:solidFill>
              <a:srgbClr val="D6622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4251960"/>
            <a:ext cx="164592" cy="164592"/>
          </a:xfrm>
          <a:prstGeom prst="ellipse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TriFizz — 3 Flavors. 1 Sparkling Experience.</dc:title>
  <dc:subject>PptxGenJS Presentation</dc:subject>
  <dc:creator>PptxGenJS</dc:creator>
  <cp:lastModifiedBy>PptxGenJS</cp:lastModifiedBy>
  <cp:revision>1</cp:revision>
  <dcterms:created xsi:type="dcterms:W3CDTF">2026-05-24T18:35:10Z</dcterms:created>
  <dcterms:modified xsi:type="dcterms:W3CDTF">2026-05-24T18:35:10Z</dcterms:modified>
</cp:coreProperties>
</file>